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718"/>
  </p:normalViewPr>
  <p:slideViewPr>
    <p:cSldViewPr snapToGrid="0">
      <p:cViewPr>
        <p:scale>
          <a:sx n="65" d="100"/>
          <a:sy n="65" d="100"/>
        </p:scale>
        <p:origin x="1208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740588-9801-3A8C-1EE1-6E0D2511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2A032B-D2E9-AC68-950D-370C0FAFD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6E46D6-7383-C9FD-52E8-773C1557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2FF0F8-1DFB-F5DE-200E-DE1D59D0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E221C-6344-FB0E-A7AB-7D74F407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67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214D4-2449-3C79-DA27-3C79B447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2D3610-A322-6DFF-9CD8-6A6CC5A0C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01050D-E74C-965C-906C-E910FCEA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6D8D1-DCDE-C1A5-6880-9CC6568A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79CBFE-C7B9-DA58-F548-40B54EE9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408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33D635-1283-8293-83A5-5430C537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4FF4CE-EAF8-CAC5-74D9-57AF694CD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16B8D5-83E4-2C13-1410-B3A1DE99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96C24D-B650-DA9D-3625-8A2582B8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09BFDD-7008-F2BD-85A8-7C1A1423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68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8DA20-8673-C5FA-C2C7-75D3FD23A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8244C-BC77-B490-61C8-CDBC37E51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B360B8-6236-2DE8-7F10-7AA41862D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D3D07B-C6CB-6FDC-325E-36586F4C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DD1E89-E3E6-07E8-7439-975BA7B0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6BC0F3-30D1-C7C1-1053-AC6BDC68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94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5A5FF-B061-C832-E565-B1256A96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6214C2-E129-A7E4-3CFA-4146EACDB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31AD13-B3A2-F32F-C821-8A5782A1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4A6B0C-3BDE-6F04-E299-6209708C8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E0341EF-734C-C0B1-1C95-803EACC5B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3B9034-FF13-79AC-253E-3C7B7693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0A0829A-C1E9-CDF9-FE9D-D301071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0B4854B-B275-205D-748D-5BC0E938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39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3183C5-9F6B-1FE4-9A45-94631088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FC5639-AE11-93D1-CFA1-380DD0D5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7BDCA45-4372-96DD-30A1-7295A0A4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C1F8BB-A71C-ADC9-C0DF-0C15E588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25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5CB3B2-083C-C474-FBDC-8B4F7250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5801FC-A3BE-5E7F-C0CF-69811E09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B5FFDF-C2C7-99CA-3BBC-A2125920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918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3DAE8-11CE-DD04-D813-398986D1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DF8766-4A00-4F67-2F7F-28685CA57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DDEE23-0E0E-53E9-61A5-B159AA09C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52762B-3A7F-63E8-FE42-CC9B241E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C0CABA-1DE1-F17F-80BB-FB8A5517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8D27E6-D07C-B24F-7B7A-4115B5C1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52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5D850B-B60B-AAAF-074C-467810F7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DB51D6-9BB7-F8D3-A34A-4C8154F5F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7772C4-11D1-9CA8-71D9-9E580FD9C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8C6B83-8004-1185-D3B5-A6D13D25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214B4C-CA57-393A-83AD-7D958CDD8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1FD9A4-77F7-71BF-E0A2-D4F4E378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66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DD576-140D-3F45-9291-9083B5E2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9DF6E0-F629-7810-A886-20B3A836F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660388-28C0-4416-03F7-27C187EF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1736AF-6D1D-C205-9306-DA7533EF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8D8FB4-4E56-4CEF-538E-2F742B9D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92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BE7C19-3197-EBA3-56F6-46DECB9E1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A42F62-B718-BB49-2543-95597BDD9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9A831D-F5F6-85DE-9BDE-4F5D59C3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6C60BD-BA69-CAEB-CA58-DC69DE90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95A3BD-007D-0B0E-9475-C260099D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817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131336-0405-7B45-CB2D-EAE789C3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5324F1-1B17-7C9E-75D4-ECEB738F2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D26D0-7A2A-BE79-7154-6D510D9B1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BFE47-709F-4F4B-83C5-76B1262F8E98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CFFF2C-46DA-493D-5B4D-40E1D723C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CC8E3A-AA80-DD52-E0D0-8753918E1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7D9FA-AC44-C548-9470-9F7321C433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42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5483C-949B-790D-944A-438B07DB34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Fonctionnalités de base </a:t>
            </a:r>
          </a:p>
        </p:txBody>
      </p:sp>
    </p:spTree>
    <p:extLst>
      <p:ext uri="{BB962C8B-B14F-4D97-AF65-F5344CB8AC3E}">
        <p14:creationId xmlns:p14="http://schemas.microsoft.com/office/powerpoint/2010/main" val="242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16CEB8-90C1-D6B5-9BE2-73AF9DF3F0DD}"/>
              </a:ext>
            </a:extLst>
          </p:cNvPr>
          <p:cNvSpPr/>
          <p:nvPr/>
        </p:nvSpPr>
        <p:spPr>
          <a:xfrm>
            <a:off x="787791" y="1712741"/>
            <a:ext cx="3489919" cy="3432517"/>
          </a:xfrm>
          <a:prstGeom prst="rect">
            <a:avLst/>
          </a:prstGeom>
          <a:solidFill>
            <a:schemeClr val="bg2">
              <a:lumMod val="75000"/>
              <a:alpha val="5929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30F9AA-0FF6-D89F-9AC6-C8BD62E45C40}"/>
              </a:ext>
            </a:extLst>
          </p:cNvPr>
          <p:cNvSpPr/>
          <p:nvPr/>
        </p:nvSpPr>
        <p:spPr>
          <a:xfrm>
            <a:off x="7914290" y="1712741"/>
            <a:ext cx="3489919" cy="3432517"/>
          </a:xfrm>
          <a:prstGeom prst="rect">
            <a:avLst/>
          </a:prstGeom>
          <a:solidFill>
            <a:schemeClr val="bg2">
              <a:lumMod val="75000"/>
              <a:alpha val="5929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AD824CA-D6D8-4C0B-3466-5CE480B29136}"/>
              </a:ext>
            </a:extLst>
          </p:cNvPr>
          <p:cNvSpPr txBox="1"/>
          <p:nvPr/>
        </p:nvSpPr>
        <p:spPr>
          <a:xfrm>
            <a:off x="943383" y="3105833"/>
            <a:ext cx="317873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Insérer la version</a:t>
            </a:r>
          </a:p>
          <a:p>
            <a:pPr algn="ctr"/>
            <a:r>
              <a:rPr lang="fr-FR" dirty="0"/>
              <a:t> ancienne du contrat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4E28CAB-9677-C61B-E9FF-B5DA4CA8F166}"/>
              </a:ext>
            </a:extLst>
          </p:cNvPr>
          <p:cNvSpPr txBox="1"/>
          <p:nvPr/>
        </p:nvSpPr>
        <p:spPr>
          <a:xfrm>
            <a:off x="8069882" y="3105832"/>
            <a:ext cx="317873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Insérer la version</a:t>
            </a:r>
          </a:p>
          <a:p>
            <a:pPr algn="ctr"/>
            <a:r>
              <a:rPr lang="fr-FR" dirty="0"/>
              <a:t>nouvelle du contrat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B262E4-26CE-72AD-1C12-B1BE143B5927}"/>
              </a:ext>
            </a:extLst>
          </p:cNvPr>
          <p:cNvSpPr/>
          <p:nvPr/>
        </p:nvSpPr>
        <p:spPr>
          <a:xfrm>
            <a:off x="4277710" y="5753686"/>
            <a:ext cx="3636580" cy="886265"/>
          </a:xfrm>
          <a:prstGeom prst="rect">
            <a:avLst/>
          </a:prstGeom>
          <a:solidFill>
            <a:schemeClr val="tx1">
              <a:alpha val="72135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Comparer 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64D50202-96E8-6192-95F9-8C006CEB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Dépôt de documents </a:t>
            </a:r>
          </a:p>
        </p:txBody>
      </p:sp>
    </p:spTree>
    <p:extLst>
      <p:ext uri="{BB962C8B-B14F-4D97-AF65-F5344CB8AC3E}">
        <p14:creationId xmlns:p14="http://schemas.microsoft.com/office/powerpoint/2010/main" val="27940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3A77-3373-7F5D-1B8D-56C39F94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Analyse en cours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DDBCA-5F65-7DF6-5504-4BA7F0B456C4}"/>
              </a:ext>
            </a:extLst>
          </p:cNvPr>
          <p:cNvSpPr/>
          <p:nvPr/>
        </p:nvSpPr>
        <p:spPr>
          <a:xfrm>
            <a:off x="1442884" y="2713704"/>
            <a:ext cx="9306232" cy="47194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4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10610D-E7A4-C2CD-2220-4C3FB37D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Modifications repérées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C4A4994-B40B-E434-5309-261EC2166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497536"/>
              </p:ext>
            </p:extLst>
          </p:nvPr>
        </p:nvGraphicFramePr>
        <p:xfrm>
          <a:off x="2032000" y="185529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229801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530433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10812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6998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Importance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Page / Ligne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Avant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Après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128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178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004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88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15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42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8856A-5EB3-07FE-0025-E2601C4A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331E0-CA96-F16D-F7D2-A86108F397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Fonctionnalités additionnelles </a:t>
            </a:r>
          </a:p>
        </p:txBody>
      </p:sp>
    </p:spTree>
    <p:extLst>
      <p:ext uri="{BB962C8B-B14F-4D97-AF65-F5344CB8AC3E}">
        <p14:creationId xmlns:p14="http://schemas.microsoft.com/office/powerpoint/2010/main" val="115373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0C6F-51E4-749F-2970-844EEF0A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A1947-3CC5-568D-3327-B7DDC810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Modifications repérées (amélioré) 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92F4CB3-8D6F-A468-761E-3DE53003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146480"/>
              </p:ext>
            </p:extLst>
          </p:nvPr>
        </p:nvGraphicFramePr>
        <p:xfrm>
          <a:off x="1618224" y="2227207"/>
          <a:ext cx="89555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592">
                  <a:extLst>
                    <a:ext uri="{9D8B030D-6E8A-4147-A177-3AD203B41FA5}">
                      <a16:colId xmlns:a16="http://schemas.microsoft.com/office/drawing/2014/main" val="3322127537"/>
                    </a:ext>
                  </a:extLst>
                </a:gridCol>
                <a:gridCol w="1492592">
                  <a:extLst>
                    <a:ext uri="{9D8B030D-6E8A-4147-A177-3AD203B41FA5}">
                      <a16:colId xmlns:a16="http://schemas.microsoft.com/office/drawing/2014/main" val="1456208580"/>
                    </a:ext>
                  </a:extLst>
                </a:gridCol>
                <a:gridCol w="1492592">
                  <a:extLst>
                    <a:ext uri="{9D8B030D-6E8A-4147-A177-3AD203B41FA5}">
                      <a16:colId xmlns:a16="http://schemas.microsoft.com/office/drawing/2014/main" val="2057253088"/>
                    </a:ext>
                  </a:extLst>
                </a:gridCol>
                <a:gridCol w="1492592">
                  <a:extLst>
                    <a:ext uri="{9D8B030D-6E8A-4147-A177-3AD203B41FA5}">
                      <a16:colId xmlns:a16="http://schemas.microsoft.com/office/drawing/2014/main" val="3388509745"/>
                    </a:ext>
                  </a:extLst>
                </a:gridCol>
                <a:gridCol w="1492592">
                  <a:extLst>
                    <a:ext uri="{9D8B030D-6E8A-4147-A177-3AD203B41FA5}">
                      <a16:colId xmlns:a16="http://schemas.microsoft.com/office/drawing/2014/main" val="2412493608"/>
                    </a:ext>
                  </a:extLst>
                </a:gridCol>
                <a:gridCol w="1492592">
                  <a:extLst>
                    <a:ext uri="{9D8B030D-6E8A-4147-A177-3AD203B41FA5}">
                      <a16:colId xmlns:a16="http://schemas.microsoft.com/office/drawing/2014/main" val="657516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Page / Ligne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Avant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Après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Choix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Statut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95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 attente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64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Acceptée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3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Refusée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46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27233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F6DB508-D306-FA29-B85F-8B45519BE01D}"/>
              </a:ext>
            </a:extLst>
          </p:cNvPr>
          <p:cNvSpPr/>
          <p:nvPr/>
        </p:nvSpPr>
        <p:spPr>
          <a:xfrm>
            <a:off x="7683090" y="2657914"/>
            <a:ext cx="309716" cy="23597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5ED9A2-0532-0918-315D-764614C0D54F}"/>
              </a:ext>
            </a:extLst>
          </p:cNvPr>
          <p:cNvSpPr/>
          <p:nvPr/>
        </p:nvSpPr>
        <p:spPr>
          <a:xfrm>
            <a:off x="8636819" y="2657914"/>
            <a:ext cx="309716" cy="2359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91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9D8B3-4D3C-D70E-6991-332A0618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Proposition de mail à envoyer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A42DBC9-E0AC-3155-729D-9693B9151DFE}"/>
              </a:ext>
            </a:extLst>
          </p:cNvPr>
          <p:cNvSpPr txBox="1"/>
          <p:nvPr/>
        </p:nvSpPr>
        <p:spPr>
          <a:xfrm>
            <a:off x="1053548" y="1848678"/>
            <a:ext cx="103002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Madame, Monsieur ….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r>
              <a:rPr lang="fr-FR" dirty="0"/>
              <a:t>Mail généré par IA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90268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103</Words>
  <Application>Microsoft Macintosh PowerPoint</Application>
  <PresentationFormat>Grand écran</PresentationFormat>
  <Paragraphs>37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Fonctionnalités de base </vt:lpstr>
      <vt:lpstr>Dépôt de documents </vt:lpstr>
      <vt:lpstr>Analyse en cours </vt:lpstr>
      <vt:lpstr>Modifications repérées </vt:lpstr>
      <vt:lpstr>Fonctionnalités additionnelles </vt:lpstr>
      <vt:lpstr>Modifications repérées (amélioré) </vt:lpstr>
      <vt:lpstr>Proposition de mail à envoyer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 MANON</dc:creator>
  <cp:lastModifiedBy>MARS MANON</cp:lastModifiedBy>
  <cp:revision>5</cp:revision>
  <dcterms:created xsi:type="dcterms:W3CDTF">2026-03-03T10:05:32Z</dcterms:created>
  <dcterms:modified xsi:type="dcterms:W3CDTF">2026-03-03T10:18:59Z</dcterms:modified>
</cp:coreProperties>
</file>